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Ozon reprices war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Wildberries asks for 800 billion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request Kazakhstan cannot fill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million jobs behind the 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fulfilment map after the strikes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Sellers were already leaving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Marketplace growth collapses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Fuel: refinery towns vs everyone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Zabaykalsky krai runs dry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months for gasoline, one for diesel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that buy days, not weeks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VTB earnings fall faster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Grain cheapens as routes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one sea reprices a harvest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fifths of export capacity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Sunflower oil exports halve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Coal prices fall, Chinese stocks 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Baltic detour eats the price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Urals discount widens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Moscow warehouses handed 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record loss at state leasing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Chinese tyre shipments double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Fewer clothes, higher bills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ALROSA swings fifty billion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inflation at 4.86%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Russian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>
                <a:solidFill>
                  <a:srgbClr val="CADCFC"/>
                </a:solidFill>
                <a:latin typeface="Cambria"/>
              </a:rPr>
              <a:t>Week 31,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Twenty-five charts on e-commerce under attack, the fuel shortage, grain and coal logistics, and the balance sheets absorbing the damage.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Tochnyi  ·  2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111418"/>
                </a:solidFill>
                <a:latin typeface="Cambria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Ozon reprices war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3677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3677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Wildberries asks for 800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3911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3911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A request Kazakhstan cannot fill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144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41448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Four million jobs behind 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4378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437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The fulfilment map after the strikes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461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Sellers were already leaving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4845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4845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Marketplace growth collapses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50791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50791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Fuel: refinery towns vs everyone else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5312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53128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Zabaykalsky krai runs dry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5546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5546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Six months for gasoline, one for diesel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Imports that buy days, not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013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6013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VTB earnings fall faster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6247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0624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Grain cheapens as routes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23444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23444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Closing one sea reprices a harvest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63677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63677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Two fifths of export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03911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03911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Sunflower oil exports halve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44144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441448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Coal prices fall, Chinese stocks rise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84378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8437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The Baltic detour eats the price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4612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2461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The Urals discount widens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64845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64845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Moscow warehouses handed 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050791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050791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A record loss at state leasing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45312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453128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Chinese tyre shipments double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5546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85546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Fewer clothes, higher bills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25780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25780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ALROSA swings fifty billion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6013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00"/>
                </a:solidFill>
                <a:latin typeface="Calibri"/>
              </a:rPr>
              <a:t>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660136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418"/>
                </a:solidFill>
                <a:latin typeface="Calibri"/>
              </a:rPr>
              <a:t>Official inflation at 4.86%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ozon-drone-risk-repricing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173" y="310896"/>
            <a:ext cx="6399347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wildberries-state-support-reques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481" y="310896"/>
            <a:ext cx="9392731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wildberries-kazakhstan-warehouse-gap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175" y="310896"/>
            <a:ext cx="650934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russia-ecommerce-employment-scal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71" y="310896"/>
            <a:ext cx="8648952" cy="5980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wildberries-warehouse-damage-status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74" y="310896"/>
            <a:ext cx="8134745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russia-online-seller-attrition-h1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977" y="310896"/>
            <a:ext cx="63997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06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russia-ecommerce-turnover-deceleration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88" y="310896"/>
            <a:ext cx="8411918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07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russia-fuel-shortage-regional-status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211" y="310896"/>
            <a:ext cx="6559272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08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russia-zabaikalsky-fuel-defici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175" y="310896"/>
            <a:ext cx="650934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09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russia-fuel-export-ban-extension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305" y="310896"/>
            <a:ext cx="812508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10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russia-fuel-import-stopgaps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305" y="310896"/>
            <a:ext cx="812508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russia-vtb-h1-2026-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919" y="310896"/>
            <a:ext cx="8141856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russia-grain-price-decline-july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278" y="310896"/>
            <a:ext cx="86271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-russia-azov-closure-sequenc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197" y="310896"/>
            <a:ext cx="8391300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5-russia-grain-terminal-capacity-at-risk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481" y="310896"/>
            <a:ext cx="9392731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6-russia-sunflower-oil-export-collaps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919" y="310896"/>
            <a:ext cx="8141856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16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-russia-coking-coal-china-divergenc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977" y="310896"/>
            <a:ext cx="63997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17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8-russia-thermal-coal-baltic-rerout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54" y="310896"/>
            <a:ext cx="8132187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18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9-russia-urals-discount-black-sea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278" y="310896"/>
            <a:ext cx="86271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19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-moscow-south-warehouse-subleas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16" y="310896"/>
            <a:ext cx="8353261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20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1-russia-state-leasing-h1-loss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086" y="310896"/>
            <a:ext cx="6213522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2-china-tire-exports-to-russia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507" y="310896"/>
            <a:ext cx="8634680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3-russia-clothing-volume-versus-spend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799" y="310896"/>
            <a:ext cx="6208095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4-russia-alrosa-h1-swing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54" y="310896"/>
            <a:ext cx="8132187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ussia-inflation-july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39" y="310896"/>
            <a:ext cx="8861815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Kommersant, Interfax and Rosstat releases; Platts price assessments; Financial Times output estimates; Russian company registry data; and regional Russian media on fuel availability and warehouse damage.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CADCFC"/>
                </a:solidFill>
                <a:latin typeface="Calibri"/>
              </a:rPr>
              <a:t>Derived figures are flagged on the charts that use them. Reported ranges are plotted at their midpoint where a single value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