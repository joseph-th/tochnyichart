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718"/>
            <a:ext cx="12191695" cy="6268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0" y="0"/>
            <a:ext cx="971617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20" y="0"/>
            <a:ext cx="8519254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