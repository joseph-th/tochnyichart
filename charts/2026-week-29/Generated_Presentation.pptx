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98" y="0"/>
            <a:ext cx="103516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440"/>
            <a:ext cx="12191695" cy="64311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165" y="0"/>
            <a:ext cx="8699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408" y="0"/>
            <a:ext cx="84928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