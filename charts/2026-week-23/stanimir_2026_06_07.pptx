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97" r:id="rId2"/>
    <p:sldId id="298" r:id="rId3"/>
    <p:sldId id="299" r:id="rId4"/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65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9173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7459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9650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309" y="0"/>
            <a:ext cx="791307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825" y="0"/>
            <a:ext cx="1040404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825" y="0"/>
            <a:ext cx="1040404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825" y="0"/>
            <a:ext cx="1040404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2801"/>
            <a:ext cx="12191695" cy="651239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6356" y="0"/>
            <a:ext cx="929898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373" y="0"/>
            <a:ext cx="1007294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825" y="0"/>
            <a:ext cx="1040404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480" y="0"/>
            <a:ext cx="111967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796" y="0"/>
            <a:ext cx="1066010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2801"/>
            <a:ext cx="12191695" cy="651239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2801"/>
            <a:ext cx="12191695" cy="651239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2801"/>
            <a:ext cx="12191695" cy="651239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043" y="0"/>
            <a:ext cx="959160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796" y="0"/>
            <a:ext cx="886810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2801"/>
            <a:ext cx="12191695" cy="651239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2801"/>
            <a:ext cx="12191695" cy="651239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825" y="0"/>
            <a:ext cx="1040404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825" y="0"/>
            <a:ext cx="1040404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2801"/>
            <a:ext cx="12191695" cy="651239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2801"/>
            <a:ext cx="12191695" cy="651239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825" y="0"/>
            <a:ext cx="1040404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3053" y="0"/>
            <a:ext cx="874558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2801"/>
            <a:ext cx="12191695" cy="6512397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064" y="0"/>
            <a:ext cx="1048356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480" y="0"/>
            <a:ext cx="111967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825" y="0"/>
            <a:ext cx="1040404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2801"/>
            <a:ext cx="12191695" cy="6512397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2801"/>
            <a:ext cx="12191695" cy="6512397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825" y="0"/>
            <a:ext cx="1040404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3053" y="0"/>
            <a:ext cx="874558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218" y="0"/>
            <a:ext cx="1053725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200" y="0"/>
            <a:ext cx="1008529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135" y="0"/>
            <a:ext cx="1127342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2801"/>
            <a:ext cx="12191695" cy="6512397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925" y="0"/>
            <a:ext cx="1078584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135" y="0"/>
            <a:ext cx="1127342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2801"/>
            <a:ext cx="12191695" cy="6512397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135" y="0"/>
            <a:ext cx="1127342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925" y="0"/>
            <a:ext cx="1078584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5246" y="0"/>
            <a:ext cx="9341203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Joseph Thomason</cp:lastModifiedBy>
  <cp:revision>2</cp:revision>
  <dcterms:created xsi:type="dcterms:W3CDTF">2013-01-27T09:14:16Z</dcterms:created>
  <dcterms:modified xsi:type="dcterms:W3CDTF">2026-06-06T21:42:48Z</dcterms:modified>
  <cp:category/>
</cp:coreProperties>
</file>