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78" r:id="rId3"/>
    <p:sldId id="279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354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466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77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1" y="0"/>
            <a:ext cx="1213805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1" y="0"/>
            <a:ext cx="1213805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91" y="0"/>
            <a:ext cx="999951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51" y="0"/>
            <a:ext cx="1085699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383" y="0"/>
            <a:ext cx="853692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1" y="0"/>
            <a:ext cx="1213805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1" y="0"/>
            <a:ext cx="1213805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486" y="0"/>
            <a:ext cx="841472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82" y="0"/>
            <a:ext cx="993913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Joseph Thomason</cp:lastModifiedBy>
  <cp:revision>2</cp:revision>
  <dcterms:created xsi:type="dcterms:W3CDTF">2013-01-27T09:14:16Z</dcterms:created>
  <dcterms:modified xsi:type="dcterms:W3CDTF">2026-06-27T21:06:00Z</dcterms:modified>
  <cp:category/>
</cp:coreProperties>
</file>