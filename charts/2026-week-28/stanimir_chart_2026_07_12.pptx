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74" r:id="rId3"/>
    <p:sldId id="275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16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8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408" y="0"/>
            <a:ext cx="84928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65" y="0"/>
            <a:ext cx="8699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65" y="0"/>
            <a:ext cx="8699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39" y="0"/>
            <a:ext cx="87642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65" y="0"/>
            <a:ext cx="8699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27" y="0"/>
            <a:ext cx="87270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27" y="0"/>
            <a:ext cx="87270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26" y="0"/>
            <a:ext cx="90834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27" y="0"/>
            <a:ext cx="87270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27" y="0"/>
            <a:ext cx="87270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27" y="0"/>
            <a:ext cx="87270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408" y="0"/>
            <a:ext cx="84928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09" y="0"/>
            <a:ext cx="79130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058" y="0"/>
            <a:ext cx="85635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95" y="0"/>
            <a:ext cx="87363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65" y="0"/>
            <a:ext cx="86993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Thomason</cp:lastModifiedBy>
  <cp:revision>2</cp:revision>
  <dcterms:created xsi:type="dcterms:W3CDTF">2013-01-27T09:14:16Z</dcterms:created>
  <dcterms:modified xsi:type="dcterms:W3CDTF">2026-07-12T16:45:27Z</dcterms:modified>
  <cp:category/>
</cp:coreProperties>
</file>