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65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E2493C-ED15-4B06-AA93-C8BC31640C17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26F03F-A6A1-4A9A-BD97-D23DA9229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5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Ozon reprices war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Wildberries asks for 800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request Kazakhstan cannot fill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Four million jobs behind the ask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fulfilment map after the strikes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Sellers were already leaving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Marketplace growth collapses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Fuel: refinery towns vs everyone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Zabaykalsky krai runs dry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Six months for gasoline, one for diesel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Imports that buy days, not weeks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VTB earnings fall faster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Grain cheapens as routes close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Closing one sea reprices a harvest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Two fifths of export capacity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Sunflower oil exports halve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Coal prices fall, Chinese stocks rise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Baltic detour eats the price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Urals discount widens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Moscow warehouses handed 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record loss at state leasing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Chinese tyre shipments double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Fewer clothes, higher bills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ALROSA swings fifty billion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Official inflation at 4.86%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ozon-drone-risk-repricing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6173" y="310896"/>
            <a:ext cx="639934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wildberries-state-support-reques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481" y="310896"/>
            <a:ext cx="939273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wildberries-kazakhstan-warehouse-gap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175" y="310896"/>
            <a:ext cx="650934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russia-ecommerce-employment-scal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371" y="310896"/>
            <a:ext cx="8648952" cy="59801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wildberries-warehouse-damage-status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474" y="310896"/>
            <a:ext cx="813474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russia-online-seller-attrition-h1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977" y="310896"/>
            <a:ext cx="63997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russia-ecommerce-turnover-deceleration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9888" y="310896"/>
            <a:ext cx="8411918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russia-fuel-shortage-regional-status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211" y="310896"/>
            <a:ext cx="6559272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russia-zabaikalsky-fuel-deficit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1175" y="310896"/>
            <a:ext cx="650934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09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russia-fuel-export-ban-extension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05" y="310896"/>
            <a:ext cx="812508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russia-fuel-import-stopgaps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305" y="310896"/>
            <a:ext cx="8125084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russia-vtb-h1-2026-pro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919" y="310896"/>
            <a:ext cx="8141856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russia-grain-price-decline-july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78" y="310896"/>
            <a:ext cx="86271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russia-azov-closure-sequenc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0197" y="310896"/>
            <a:ext cx="8391300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russia-grain-terminal-capacity-at-risk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481" y="310896"/>
            <a:ext cx="939273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russia-sunflower-oil-export-collaps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4919" y="310896"/>
            <a:ext cx="8141856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16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russia-coking-coal-china-divergenc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977" y="310896"/>
            <a:ext cx="63997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17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russia-thermal-coal-baltic-rerout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54" y="310896"/>
            <a:ext cx="813218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18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russia-urals-discount-black-sea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278" y="310896"/>
            <a:ext cx="8627139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19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moscow-south-warehouse-sublease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216" y="310896"/>
            <a:ext cx="8353261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20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russia-state-leasing-h1-loss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086" y="310896"/>
            <a:ext cx="6213522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21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china-tire-exports-to-russia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507" y="310896"/>
            <a:ext cx="8634680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22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russia-clothing-volume-versus-spend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799" y="310896"/>
            <a:ext cx="620809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23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russia-alrosa-h1-swing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754" y="310896"/>
            <a:ext cx="8132187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24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russia-inflation-july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939" y="310896"/>
            <a:ext cx="8861815" cy="598017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63825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25 / 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31175" y="63825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Tochnyi · Week 31,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353</Words>
  <Application>Microsoft Office PowerPoint</Application>
  <PresentationFormat>Widescreen</PresentationFormat>
  <Paragraphs>75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Joseph Thomason</cp:lastModifiedBy>
  <cp:revision>2</cp:revision>
  <dcterms:created xsi:type="dcterms:W3CDTF">2013-01-27T09:14:16Z</dcterms:created>
  <dcterms:modified xsi:type="dcterms:W3CDTF">2026-08-02T17:40:25Z</dcterms:modified>
  <cp:category/>
</cp:coreProperties>
</file>