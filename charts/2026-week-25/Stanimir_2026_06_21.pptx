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1" r:id="rId3"/>
    <p:sldId id="282" r:id="rId4"/>
    <p:sldId id="279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870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9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93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18" y="0"/>
            <a:ext cx="9101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25" y="0"/>
            <a:ext cx="107858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26" y="0"/>
            <a:ext cx="95804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Joseph Thomason</cp:lastModifiedBy>
  <cp:revision>2</cp:revision>
  <dcterms:created xsi:type="dcterms:W3CDTF">2013-01-27T09:14:16Z</dcterms:created>
  <dcterms:modified xsi:type="dcterms:W3CDTF">2026-06-20T20:15:29Z</dcterms:modified>
  <cp:category/>
</cp:coreProperties>
</file>